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en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5340"/>
  </p:normalViewPr>
  <p:slideViewPr>
    <p:cSldViewPr snapToGrid="0">
      <p:cViewPr varScale="1">
        <p:scale>
          <a:sx n="109" d="100"/>
          <a:sy n="109" d="100"/>
        </p:scale>
        <p:origin x="200" y="4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N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9579F3-8F82-184C-AC5D-21EEA31FD7D7}" type="datetimeFigureOut">
              <a:rPr lang="en-NL" smtClean="0"/>
              <a:t>27/05/2026</a:t>
            </a:fld>
            <a:endParaRPr lang="en-N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N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640F5C1-8657-5F42-B177-FB28A96B1752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2878102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40F5C1-8657-5F42-B177-FB28A96B1752}" type="slidenum">
              <a:rPr lang="en-NL" smtClean="0"/>
              <a:t>1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333625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F0AC7E-1A48-15A5-30E6-DC06B74444B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4E7A866-720C-981C-EBCE-FD4CDBB6E20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954087-51AB-D974-15D3-1EB44C0821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885D0-BBE0-424A-A531-B3362B7531C6}" type="datetimeFigureOut">
              <a:rPr lang="en-NL" smtClean="0"/>
              <a:t>27/05/2026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2DAB13-B46E-2B14-C113-B6E67BC1AA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ABCCCD-07FE-0301-F72A-5B07428872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89863C-CD90-D24F-8623-43461B9433F7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8845407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D0582C-424F-F2AB-0DAB-0F74BD3CA9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A07DC9-8DD3-F618-CD5C-CFE4F850FC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F1847E-9F61-AC57-EFBA-6E3B4AD255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885D0-BBE0-424A-A531-B3362B7531C6}" type="datetimeFigureOut">
              <a:rPr lang="en-NL" smtClean="0"/>
              <a:t>27/05/2026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E1C341-B5BC-BEFC-E32A-F3456BC1E2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A17F10-7611-3BA7-04DB-0319043FEE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89863C-CD90-D24F-8623-43461B9433F7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9417315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B11AED-3F4C-F79A-D134-CD82F4C584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FACC20-A926-66A0-3D79-9F6BA280F8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C8EAA0-2D99-998A-2677-7F81033F3F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885D0-BBE0-424A-A531-B3362B7531C6}" type="datetimeFigureOut">
              <a:rPr lang="en-NL" smtClean="0"/>
              <a:t>27/05/2026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D6EB45-89DD-5E3A-94C7-4086978858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0132AE-0486-63AE-8E24-5AF020BB54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89863C-CD90-D24F-8623-43461B9433F7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4250448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ABB105-DF90-903E-942E-5D3E918322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851002-9BCD-B7CD-73EE-196376DE32E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1BEC2D-1854-8001-5161-B25DF5F11D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836875-3A31-561D-4C32-5B0A68ABC8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885D0-BBE0-424A-A531-B3362B7531C6}" type="datetimeFigureOut">
              <a:rPr lang="en-NL" smtClean="0"/>
              <a:t>27/05/2026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B06581-11A2-63BD-1792-851A859CCE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A30306-9707-3258-1835-07A9FB965D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89863C-CD90-D24F-8623-43461B9433F7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605997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71C35F-A0F8-C6B5-5D54-A6BE32061E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3920DD-7419-06F2-0B9C-50F9C026DF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296ABC0-F7FA-CF0C-7BE3-1E1FD2A1E3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53E0F8A-7CF8-F961-F9D9-723BCE2886B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4AA98A9-9339-72C6-A30F-E0FCE941B87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FACC2E9-4DE9-89D1-921F-C798FD2E0F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885D0-BBE0-424A-A531-B3362B7531C6}" type="datetimeFigureOut">
              <a:rPr lang="en-NL" smtClean="0"/>
              <a:t>27/05/2026</a:t>
            </a:fld>
            <a:endParaRPr lang="en-N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D641088-6017-A792-6F7F-0167C9F6CA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0525A24-F0F7-33A9-1902-F74D2D252C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89863C-CD90-D24F-8623-43461B9433F7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9817397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D0087A-7024-8840-AA85-1EB93E7FEB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9069429-071B-7A54-6285-33479F9CC0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885D0-BBE0-424A-A531-B3362B7531C6}" type="datetimeFigureOut">
              <a:rPr lang="en-NL" smtClean="0"/>
              <a:t>27/05/2026</a:t>
            </a:fld>
            <a:endParaRPr lang="en-N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181B3F5-FC8B-7222-B0B8-DD1C81E781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E0FBDAC-5025-C30D-2F47-46B51D081F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89863C-CD90-D24F-8623-43461B9433F7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3880491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AEE5FB1-C3A5-9BF7-AA92-66DB584F6A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885D0-BBE0-424A-A531-B3362B7531C6}" type="datetimeFigureOut">
              <a:rPr lang="en-NL" smtClean="0"/>
              <a:t>27/05/2026</a:t>
            </a:fld>
            <a:endParaRPr lang="en-N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F64A810-2C74-FCE5-B5A0-312B871B3D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280CC4-2688-6261-15EB-7F49CF4742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89863C-CD90-D24F-8623-43461B9433F7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4867301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751825-CF3E-625E-BB75-749013D368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7FA4F7-7768-B341-D964-5E56E5046E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7D2E5CC-9D33-FA12-5CF6-D11E8FDF6A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F47648D-06DD-8312-FE1E-7BC8C047C1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885D0-BBE0-424A-A531-B3362B7531C6}" type="datetimeFigureOut">
              <a:rPr lang="en-NL" smtClean="0"/>
              <a:t>27/05/2026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28EB65-7FB5-E1CE-1F57-2F054FB08C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490D6E-8788-CE03-1CA0-A6FFEEB4BA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89863C-CD90-D24F-8623-43461B9433F7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910745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03EADF-C624-B97E-5597-927F37ABE4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794B5AD-F9E3-C31D-94FC-FE137B74C9D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8ADAF77-2E7F-E7BE-5163-050D0BF243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A9EECE-37AB-30AE-1BFC-6E61F2B46E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885D0-BBE0-424A-A531-B3362B7531C6}" type="datetimeFigureOut">
              <a:rPr lang="en-NL" smtClean="0"/>
              <a:t>27/05/2026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46FA91-F435-2C7E-6008-BFEB684B6C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ACC184-0559-0213-1DAB-337F96F8C2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89863C-CD90-D24F-8623-43461B9433F7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40333111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2D9E81-B30B-9A1C-294F-92FDAD64B4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E137E4C-5485-41ED-A2AB-DB99333A8E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1ABB07-0045-E9D3-9588-33ABDCE072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885D0-BBE0-424A-A531-B3362B7531C6}" type="datetimeFigureOut">
              <a:rPr lang="en-NL" smtClean="0"/>
              <a:t>27/05/2026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D1CE32-3650-A608-EDAA-A1C19E643E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FE7986-CF13-7248-E871-A7D816EBD2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89863C-CD90-D24F-8623-43461B9433F7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41005746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093CE7E-D4B5-9023-8C3F-A0AF8FAB63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6A15000-7EA4-EC57-CC62-49ED309F05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12DD56-1A7A-0156-9D33-7C82F14E2C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885D0-BBE0-424A-A531-B3362B7531C6}" type="datetimeFigureOut">
              <a:rPr lang="en-NL" smtClean="0"/>
              <a:t>27/05/2026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001651-7D16-4754-E954-BFD8182510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94AE0F-E1B1-C819-B574-CEFE16DEF1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89863C-CD90-D24F-8623-43461B9433F7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6909486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F327DB3-945E-1F1A-FB22-4C8DA7AF4A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0E1C15-71A7-E470-140F-A39D7A7386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6D0C0F-9D86-9672-0175-D46AF71784D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7B885D0-BBE0-424A-A531-B3362B7531C6}" type="datetimeFigureOut">
              <a:rPr lang="en-NL" smtClean="0"/>
              <a:t>27/05/2026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BBC196-731F-090E-A3C9-CEBA54424F0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5E0EEA-AD1D-D32E-B469-C17F215D0F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389863C-CD90-D24F-8623-43461B9433F7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6884364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eg"/><Relationship Id="rId13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svg"/><Relationship Id="rId10" Type="http://schemas.openxmlformats.org/officeDocument/2006/relationships/image" Target="../media/image8.jpg"/><Relationship Id="rId4" Type="http://schemas.openxmlformats.org/officeDocument/2006/relationships/image" Target="../media/image2.png"/><Relationship Id="rId9" Type="http://schemas.openxmlformats.org/officeDocument/2006/relationships/image" Target="../media/image7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3804B1E1-D172-4F56-6E5F-9D57A0447A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44907"/>
            <a:ext cx="5707009" cy="284870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C5D20B9-92C3-D066-BDA0-7D94452B91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37166" y="0"/>
            <a:ext cx="4455485" cy="2629940"/>
          </a:xfrm>
          <a:prstGeom prst="rect">
            <a:avLst/>
          </a:prstGeom>
        </p:spPr>
      </p:pic>
      <p:pic>
        <p:nvPicPr>
          <p:cNvPr id="13" name="Graphic 12" descr="Handshake outline">
            <a:extLst>
              <a:ext uri="{FF2B5EF4-FFF2-40B4-BE49-F238E27FC236}">
                <a16:creationId xmlns:a16="http://schemas.microsoft.com/office/drawing/2014/main" id="{0C128477-F794-E710-5A70-1D6353263FB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92131" y="341881"/>
            <a:ext cx="2426677" cy="2075131"/>
          </a:xfrm>
          <a:prstGeom prst="rect">
            <a:avLst/>
          </a:prstGeom>
        </p:spPr>
      </p:pic>
      <p:grpSp>
        <p:nvGrpSpPr>
          <p:cNvPr id="17" name="Group 16">
            <a:extLst>
              <a:ext uri="{FF2B5EF4-FFF2-40B4-BE49-F238E27FC236}">
                <a16:creationId xmlns:a16="http://schemas.microsoft.com/office/drawing/2014/main" id="{3B710293-0D09-C46A-054C-D94B984217EF}"/>
              </a:ext>
            </a:extLst>
          </p:cNvPr>
          <p:cNvGrpSpPr/>
          <p:nvPr/>
        </p:nvGrpSpPr>
        <p:grpSpPr>
          <a:xfrm>
            <a:off x="6271742" y="2575747"/>
            <a:ext cx="5462420" cy="1710929"/>
            <a:chOff x="6271742" y="2517132"/>
            <a:chExt cx="5462420" cy="1710929"/>
          </a:xfrm>
        </p:grpSpPr>
        <p:pic>
          <p:nvPicPr>
            <p:cNvPr id="14" name="Google Shape;124;p21" title="log_RT_subject_126.png">
              <a:extLst>
                <a:ext uri="{FF2B5EF4-FFF2-40B4-BE49-F238E27FC236}">
                  <a16:creationId xmlns:a16="http://schemas.microsoft.com/office/drawing/2014/main" id="{557F16A7-C602-1FEE-5AD5-6CD7CD3FA447}"/>
                </a:ext>
              </a:extLst>
            </p:cNvPr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6271742" y="2639687"/>
              <a:ext cx="3393002" cy="15154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30" name="Picture 6" descr="Wearable-Technology Icons - Free SVG &amp; PNG Wearable-Technology Images -  Noun Project">
              <a:extLst>
                <a:ext uri="{FF2B5EF4-FFF2-40B4-BE49-F238E27FC236}">
                  <a16:creationId xmlns:a16="http://schemas.microsoft.com/office/drawing/2014/main" id="{6BE6E4C5-1241-33A3-13E7-70DB6409543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023233" y="2517132"/>
              <a:ext cx="1710929" cy="171092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7485D0EA-7A08-8F22-93CB-C45FBEB1D75E}"/>
              </a:ext>
            </a:extLst>
          </p:cNvPr>
          <p:cNvGrpSpPr/>
          <p:nvPr/>
        </p:nvGrpSpPr>
        <p:grpSpPr>
          <a:xfrm>
            <a:off x="2" y="4440989"/>
            <a:ext cx="12191998" cy="2382594"/>
            <a:chOff x="2" y="4663583"/>
            <a:chExt cx="11463231" cy="2160000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9BA8AE42-22C8-C4E4-934B-4390320E92B9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2" y="4663583"/>
              <a:ext cx="2880001" cy="2160000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88F09107-A949-8985-7237-D2405EF6C6E9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8583233" y="4663583"/>
              <a:ext cx="2880000" cy="2160000"/>
            </a:xfrm>
            <a:prstGeom prst="rect">
              <a:avLst/>
            </a:prstGeom>
          </p:spPr>
        </p:pic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0E4035A6-E19D-A73D-B3E5-4ED059B0A300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2827010" y="4663583"/>
              <a:ext cx="2879999" cy="2160000"/>
            </a:xfrm>
            <a:prstGeom prst="rect">
              <a:avLst/>
            </a:prstGeom>
          </p:spPr>
        </p:pic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ECA8F0CF-2E81-0B33-9187-905625B74BB5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5707009" y="4663583"/>
              <a:ext cx="2880000" cy="2160000"/>
            </a:xfrm>
            <a:prstGeom prst="rect">
              <a:avLst/>
            </a:prstGeom>
          </p:spPr>
        </p:pic>
      </p:grpSp>
      <p:sp>
        <p:nvSpPr>
          <p:cNvPr id="24" name="TextBox 23">
            <a:extLst>
              <a:ext uri="{FF2B5EF4-FFF2-40B4-BE49-F238E27FC236}">
                <a16:creationId xmlns:a16="http://schemas.microsoft.com/office/drawing/2014/main" id="{7F39EED2-FBF5-0A99-3668-896E7C5BBDD0}"/>
              </a:ext>
            </a:extLst>
          </p:cNvPr>
          <p:cNvSpPr txBox="1"/>
          <p:nvPr/>
        </p:nvSpPr>
        <p:spPr>
          <a:xfrm>
            <a:off x="140677" y="370449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NL" dirty="0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94998C3D-6C22-AB08-BC17-1C0CA741539D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-3446" y="3784353"/>
            <a:ext cx="2850510" cy="656636"/>
          </a:xfrm>
          <a:prstGeom prst="rect">
            <a:avLst/>
          </a:prstGeom>
        </p:spPr>
      </p:pic>
      <p:pic>
        <p:nvPicPr>
          <p:cNvPr id="1026" name="Picture 2" descr="Computational Psychiatry — Department of Psychiatry">
            <a:extLst>
              <a:ext uri="{FF2B5EF4-FFF2-40B4-BE49-F238E27FC236}">
                <a16:creationId xmlns:a16="http://schemas.microsoft.com/office/drawing/2014/main" id="{B4094C0F-9901-6ED3-10D2-95563C7EC2C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777" t="14924" r="26733"/>
          <a:stretch>
            <a:fillRect/>
          </a:stretch>
        </p:blipFill>
        <p:spPr bwMode="auto">
          <a:xfrm>
            <a:off x="2438400" y="2351216"/>
            <a:ext cx="1581365" cy="17029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Mental health - Free healthcare and ...">
            <a:extLst>
              <a:ext uri="{FF2B5EF4-FFF2-40B4-BE49-F238E27FC236}">
                <a16:creationId xmlns:a16="http://schemas.microsoft.com/office/drawing/2014/main" id="{6578751F-141A-3C0B-16D0-779D464427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19765" y="2351216"/>
            <a:ext cx="1514912" cy="15149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093278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1</Words>
  <Application>Microsoft Macintosh PowerPoint</Application>
  <PresentationFormat>Widescreen</PresentationFormat>
  <Paragraphs>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Kievit, R. (Rogier)</dc:creator>
  <cp:lastModifiedBy>Kievit, R. (Rogier)</cp:lastModifiedBy>
  <cp:revision>1</cp:revision>
  <dcterms:created xsi:type="dcterms:W3CDTF">2026-05-27T14:44:37Z</dcterms:created>
  <dcterms:modified xsi:type="dcterms:W3CDTF">2026-05-27T14:56:17Z</dcterms:modified>
</cp:coreProperties>
</file>